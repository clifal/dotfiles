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左の帯"/>
          <p:cNvSpPr/>
          <p:nvPr userDrawn="1"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右の面"/>
          <p:cNvSpPr/>
          <p:nvPr userDrawn="1"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4" name="題"/>
          <p:cNvSpPr>
            <a:spLocks noGrp="1"/>
          </p:cNvSpPr>
          <p:nvPr>
            <p:ph type="ctrTitle"/>
          </p:nvPr>
        </p:nvSpPr>
        <p:spPr>
          <a:xfrm>
            <a:off x="640080" y="1325880"/>
            <a:ext cx="6858000" cy="1371600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資料の題</a:t>
            </a:r>
          </a:p>
        </p:txBody>
      </p:sp>
      <p:sp>
        <p:nvSpPr>
          <p:cNvPr id="5" name="題の下線"/>
          <p:cNvSpPr/>
          <p:nvPr userDrawn="1"/>
        </p:nvSpPr>
        <p:spPr>
          <a:xfrm>
            <a:off x="640080" y="2834640"/>
            <a:ext cx="82296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日付と作成者"/>
          <p:cNvSpPr>
            <a:spLocks noGrp="1"/>
          </p:cNvSpPr>
          <p:nvPr>
            <p:ph type="subTitle" idx="1"/>
          </p:nvPr>
        </p:nvSpPr>
        <p:spPr>
          <a:xfrm>
            <a:off x="640080" y="3017520"/>
            <a:ext cx="6858000" cy="73152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35000"/>
                  </a:schemeClr>
                </a:solidFill>
              </a:defRPr>
            </a:lvl1pPr>
          </a:lstStyle>
          <a:p>
            <a:r>
              <a:rPr lang="ja-JP" altLang="en-US"/>
              <a:t>日付と作成者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扉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題"/>
          <p:cNvSpPr>
            <a:spLocks noGrp="1"/>
          </p:cNvSpPr>
          <p:nvPr>
            <p:ph type="title"/>
          </p:nvPr>
        </p:nvSpPr>
        <p:spPr>
          <a:xfrm>
            <a:off x="640080" y="1783080"/>
            <a:ext cx="7863840" cy="868680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章の題</a:t>
            </a:r>
          </a:p>
        </p:txBody>
      </p:sp>
      <p:sp>
        <p:nvSpPr>
          <p:cNvPr id="3" name="章題の下線"/>
          <p:cNvSpPr/>
          <p:nvPr userDrawn="1"/>
        </p:nvSpPr>
        <p:spPr>
          <a:xfrm>
            <a:off x="640080" y="2788920"/>
            <a:ext cx="822960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章の説明"/>
          <p:cNvSpPr>
            <a:spLocks noGrp="1"/>
          </p:cNvSpPr>
          <p:nvPr>
            <p:ph type="body" idx="1"/>
          </p:nvPr>
        </p:nvSpPr>
        <p:spPr>
          <a:xfrm>
            <a:off x="640080" y="2971800"/>
            <a:ext cx="7863840" cy="640080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この章でわかること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457200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3" name="タイトルの罫"/>
          <p:cNvSpPr/>
          <p:nvPr userDrawn="1"/>
        </p:nvSpPr>
        <p:spPr>
          <a:xfrm>
            <a:off x="365760" y="699516"/>
            <a:ext cx="8412480" cy="9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</p:sp>
      <p:sp>
        <p:nvSpPr>
          <p:cNvPr id="4" name="タイトルの印"/>
          <p:cNvSpPr/>
          <p:nvPr userDrawn="1"/>
        </p:nvSpPr>
        <p:spPr>
          <a:xfrm>
            <a:off x="365760" y="685800"/>
            <a:ext cx="54864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ページ番号"/>
          <p:cNvSpPr>
            <a:spLocks noGrp="1"/>
          </p:cNvSpPr>
          <p:nvPr>
            <p:ph type="sldNum" idx="12"/>
          </p:nvPr>
        </p:nvSpPr>
        <p:spPr>
          <a:xfrm>
            <a:off x="7863840" y="4846320"/>
            <a:ext cx="914400" cy="201168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ページ番号"/>
          <p:cNvSpPr>
            <a:spLocks noGrp="1"/>
          </p:cNvSpPr>
          <p:nvPr>
            <p:ph type="sldNum" idx="12"/>
          </p:nvPr>
        </p:nvSpPr>
        <p:spPr>
          <a:xfrm>
            <a:off x="7863840" y="4846320"/>
            <a:ext cx="914400" cy="201168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164592"/>
            <a:ext cx="8412480" cy="4572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777240"/>
            <a:ext cx="8412480" cy="37947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4846320"/>
            <a:ext cx="1828800" cy="2011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7440" y="4846320"/>
            <a:ext cx="3657600" cy="2011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4846320"/>
            <a:ext cx="914400" cy="2011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16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資料の題（2 行まで）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2026/01/01</a:t>
            </a:r>
          </a:p>
          <a:p>
            <a:r>
              <a:t>作成者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章の題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この章でわかること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ページの結論を 1 文で書くタイトル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D">
      <a:dk1>
        <a:srgbClr val="333333"/>
      </a:dk1>
      <a:lt1>
        <a:srgbClr val="FFFFFF"/>
      </a:lt1>
      <a:dk2>
        <a:srgbClr val="1F2D3D"/>
      </a:dk2>
      <a:lt2>
        <a:srgbClr val="F2F4F7"/>
      </a:lt2>
      <a:accent1>
        <a:srgbClr val="005AFF"/>
      </a:accent1>
      <a:accent2>
        <a:srgbClr val="03AF7A"/>
      </a:accent2>
      <a:accent3>
        <a:srgbClr val="F6AA00"/>
      </a:accent3>
      <a:accent4>
        <a:srgbClr val="4DC4FF"/>
      </a:accent4>
      <a:accent5>
        <a:srgbClr val="FF4B00"/>
      </a:accent5>
      <a:accent6>
        <a:srgbClr val="990099"/>
      </a:accent6>
      <a:hlink>
        <a:srgbClr val="005AFF"/>
      </a:hlink>
      <a:folHlink>
        <a:srgbClr val="990099"/>
      </a:folHlink>
    </a:clrScheme>
    <a:fontScheme name="UD">
      <a:majorFont>
        <a:latin typeface="BIZ UDGothic"/>
        <a:ea typeface="BIZ UDGothic"/>
        <a:cs typeface=""/>
        <a:font script="Jpan" typeface="BIZ UDGothic"/>
      </a:majorFont>
      <a:minorFont>
        <a:latin typeface="BIZ UDGothic"/>
        <a:ea typeface="BIZ UDGothic"/>
        <a:cs typeface=""/>
        <a:font script="Jpan" typeface="BIZ UD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